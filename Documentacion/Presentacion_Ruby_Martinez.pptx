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747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94290" y="1347606"/>
            <a:ext cx="53224" cy="244829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58745" y="462516"/>
            <a:ext cx="4256015" cy="425036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4798912" y="2091485"/>
            <a:ext cx="221097" cy="22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013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5247167" y="3079865"/>
            <a:ext cx="3086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857" y="1951058"/>
            <a:ext cx="3283363" cy="97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02964" y="3229131"/>
            <a:ext cx="32672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76609" y="905221"/>
            <a:ext cx="2531930" cy="40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7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1927197" y="4084221"/>
            <a:ext cx="5289608" cy="42260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2885" y="1718734"/>
            <a:ext cx="2998231" cy="97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2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05000"/>
              </a:lnSpc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</a:t>
            </a:r>
            <a:br>
              <a:rPr lang="en-US" sz="2000" dirty="0"/>
            </a:b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N°1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br>
              <a:rPr lang="en-US" sz="2000" dirty="0"/>
            </a:b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</a:t>
            </a:r>
            <a:br>
              <a:rPr lang="en-US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202964" y="3229131"/>
            <a:ext cx="3267256" cy="1064907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Ruby Estrella Martínez Salas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RUT: 19.500.090-5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400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contexto del proyecto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— Diagrama Ishikawa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entregables y restricciones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servicios Cloud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planificación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Equipo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73152" cy="3474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Estrella Martínez Salas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RUT: 19.500.090-5</a:t>
            </a:r>
            <a:endParaRPr lang="en-US" sz="2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Full Stack Developer</a:t>
            </a:r>
            <a:endParaRPr lang="en-US" sz="20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Base de Datos + QA + Documentación</a:t>
            </a:r>
            <a:endParaRPr lang="en-US" sz="2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18 + Vite + Tailwind CSS)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(Java 17 + Spring Boot 3.2)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(PostgreSQL 16)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(JUnit 5 + Mockito + Postman)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Cloud (Railway + Neon + Vercel)</a:t>
            </a:r>
            <a:endParaRPr lang="en-US" sz="20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individual — todos los roles son asumidos por una sola persona.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chilenas gestionan inventario con Excel o cuadernos.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humanos, quiebres de stock, sobrestock.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intuición, no en datos reales.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de análisis ni predicción de demanda.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Cloud con gestión integral de inventario.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y gráficos en tiempo real.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stock con media móvil ponderada.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reposición de productos.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 comercios (almacenes, minimarkets, 50-500 productos).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Emprendimientos en crecimiento sin presupuesto ERP.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Microempresas (1-9 trabajadores).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0060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520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y open source (sin costos de licencia).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navegador (Cloud).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inteligente de stock (única en el segmento).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Ishikawa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Ishikawa — Causa y Efecto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0" y="1920240"/>
            <a:ext cx="246888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0" y="19202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ineficiente en pymes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943600" cy="0"/>
          </a:xfrm>
          <a:prstGeom prst="line">
            <a:avLst/>
          </a:prstGeom>
          <a:noFill/>
          <a:ln w="31750">
            <a:solidFill>
              <a:srgbClr val="1E29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estandarización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papel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87452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194560" y="68580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194560" y="685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051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Excel básico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software accesible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automatización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187452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114800" y="68580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114800" y="685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1051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capacitación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encargado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87452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97280" y="24688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históricos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predicción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inexistentes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24688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194560" y="338328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digital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ERP altos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oferta pyme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468880"/>
            <a:ext cx="0" cy="5943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114800" y="3383280"/>
            <a:ext cx="1645920" cy="320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1480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KPIs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no monitoreado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no detectadas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web inteligente que optimice la gestión de inventario en pymes mediante análisis predictivo basado en estadística descriptiva, desplegado en ambiente Cloud.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148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productos, categorías y ventas con API REST segura (JWT).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con KPIs y gráficos en tiempo real (Recharts).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predictiva de stock (media móvil ponderada, días restantes).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5720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reposición (crítico, alto, medio, bajo).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productos/categorías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ventas + IVA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stock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7315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468880" y="731520"/>
            <a:ext cx="201168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606040" y="868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23444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(GitHub)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ER (PostgreSQL)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requerimientos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63440" y="7315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00600" y="868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23444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estable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moderno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 Cloud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conoce stock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usuarios concurrentes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7315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858000" y="7315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95160" y="868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234440"/>
            <a:ext cx="17373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individual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semestre (18 sem)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pagadas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capa gratuita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pasarela de pago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 móvil nativa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Cloud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Cloud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1965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 + Tailwind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 rápida, responsiva, componentes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17 + Spring Boot 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robusto, seguridad integrada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source, confiable, soporte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stateless estándar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Mockito + Postman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unitaria e integración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+ Neon + Vercel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 Cloud gratuito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365760" y="32004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703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para servicios Cloud (Railway, Neon, Vercel).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DigitalOcean.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usado directamente.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200400" y="320040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3375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3703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gestionada.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(backend), Neon (BD).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React).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035040" y="32004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2"/>
          <p:cNvSpPr/>
          <p:nvPr/>
        </p:nvSpPr>
        <p:spPr>
          <a:xfrm>
            <a:off x="61722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3703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Postman Cloud.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(API docs).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Versiones, testing, docs.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5448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en 3 capas: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y BD.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8229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011680" y="822960"/>
            <a:ext cx="155448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011680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4173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globales.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8229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749040" y="822960"/>
            <a:ext cx="15544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749040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4173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DECIMAL(12,2). IVA 19%.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ponderada.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8229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486400" y="822960"/>
            <a:ext cx="155448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0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4173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tiempo real.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inmediatas.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822960"/>
            <a:ext cx="1554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223760" y="822960"/>
            <a:ext cx="15544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223760" y="822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141732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CORS.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ADMIN/USUARIO.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850392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(tecnologías maduras, open source) | Operacional (intuitivo, responsivo) | Económica (sin licencias, Cloud gratuito)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Scrum Adaptado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iterativo e incremental. Sprints de 2 semanas. Patrón MVC (Controller → Service → Repository).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600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600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82880" y="1188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9601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65960" y="1051560"/>
            <a:ext cx="1600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965960" y="1051560"/>
            <a:ext cx="160020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965960" y="1188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1691640"/>
            <a:ext cx="960120" cy="32004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286000" y="16916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JWT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1051560"/>
            <a:ext cx="1600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749040" y="105156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749040" y="1188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69080" y="1691640"/>
            <a:ext cx="96012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069080" y="16916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S8-S13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+ Alertas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1051560"/>
            <a:ext cx="1600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532120" y="105156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532120" y="1188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852160" y="1691640"/>
            <a:ext cx="9601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852160" y="16916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S14-S15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Postman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funcional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20116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0" y="1051560"/>
            <a:ext cx="1600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7315200" y="1051560"/>
            <a:ext cx="16002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15200" y="11887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35240" y="1691640"/>
            <a:ext cx="9601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635240" y="169164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S16-S18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06640" y="21945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Railway/Neon/Vercel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Defensa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03520" y="109728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solidFill>
            <a:srgbClr val="1E293B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212080" y="17373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463040" cy="91440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(Navegador)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731520"/>
            <a:ext cx="1645920" cy="164592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8600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731520"/>
            <a:ext cx="1645920" cy="164592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JWT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097280"/>
            <a:ext cx="1645920" cy="91440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58000" y="1097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HTTP/JSON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7920" y="1280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0" y="2560320"/>
            <a:ext cx="6217920" cy="36576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286000" y="2560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Cloud — Railway (API) + Neon (BD) + Vercel (UI)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2651760" cy="5486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REST (Swagger)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(lógica + predicción)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(Spring Data JPA)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(JWT + roles)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Frontend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Productos/Ventas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(Recharts)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Context Auth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265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035040" y="320040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722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3703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tablas: usuarios, productos,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categorías, ventas, detalles, alertas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+ índices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incluidos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15200" y="4709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47365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1044</Words>
  <Application>Microsoft Office PowerPoint</Application>
  <PresentationFormat>Presentación en pantalla (16:9)</PresentationFormat>
  <Paragraphs>308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Calibri</vt:lpstr>
      <vt:lpstr>Office Theme</vt:lpstr>
      <vt:lpstr>Estado de Avance N°1 Sistema Inteligente de Gestión de Inventario para Pymes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de Avance N°1</dc:title>
  <dc:subject>PptxGenJS Presentation</dc:subject>
  <dc:creator>Ruby Martínez</dc:creator>
  <cp:lastModifiedBy>RUBY MARTINEZ MARTINEZ SALAS</cp:lastModifiedBy>
  <cp:revision>3</cp:revision>
  <dcterms:created xsi:type="dcterms:W3CDTF">2026-03-26T00:15:08Z</dcterms:created>
  <dcterms:modified xsi:type="dcterms:W3CDTF">2026-05-12T22:25:00Z</dcterms:modified>
</cp:coreProperties>
</file>